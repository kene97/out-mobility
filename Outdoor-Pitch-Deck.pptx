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/  PRE-SEED  / 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412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VEHICLES BECOME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886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Out-door — a verified in-car advertising network for emerging markets. Software infrastructure that turns vehicles into connected attention nodes.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0" y="4023360"/>
            <a:ext cx="1005840" cy="54864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OUT-DOOR  · 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 Mobility is building a real-world mobility infrastructure network that turns vehicles into connected intelligence and commerce nodes.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AD AGENCY.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MEDIA COMPANY.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INFRASTRUCTURE.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E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PRE-SEED  · 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Advertising in emerging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markets is broken.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VERIFIED DELIVERY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pay for impressions they cannot prove were ever served.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MEASURABLE REACH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formats lack audience attribution, location accuracy, or trip-level signal.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TRUST 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and advertisers transact through fragmented brokers with no shared system of record.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OUT-DOOR  ·  03 OF 11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INSIGHT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Vehicles are the most underutilized attention infrastructure on Earth.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taxi, ride-hail vehicle, and fleet car already moves through the highest-density urban attention windows in the world. They sit unmeasured. Unverified. Unconnected to any software layer. We build that layer.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12801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4M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126480" y="29260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ride-hail and fleet vehicles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Africa, LATAM, and SEA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dark to advertisers.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E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OUT-DOOR  ·  04 OF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Out-door.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verified, software-managed advertising network deployed inside vehicles.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1938528" cy="19659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06040"/>
            <a:ext cx="54864" cy="196596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tablets mounted in partner vehicles — ride-hail, fleet, and taxi.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2888" y="2606040"/>
            <a:ext cx="1938528" cy="19659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2606040"/>
            <a:ext cx="54864" cy="196596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5768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15768" y="338328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 where advertisers buy, schedule, and target campaigns by city, route, and 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08576" y="2606040"/>
            <a:ext cx="1938528" cy="19659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2606040"/>
            <a:ext cx="54864" cy="196596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91456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1456" y="338328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data and device signals validate every impression — location, audience, dwell.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84264" y="2606040"/>
            <a:ext cx="1938528" cy="19659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4264" y="2606040"/>
            <a:ext cx="54864" cy="196596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67144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DELIVERY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67144" y="338328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SaaS for fleet operators: revenue share, content moderation, uptime SLAs.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OUT-DOOR  ·  05 OF 11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network operates.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Tablets installed in partner fleets. Operators onboard through the dashboard. Devices come online with managed firmware and content rails.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Advertisers buy campaigns, target by city / route / time-of-day, and schedule creative through a self-serve platform.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97180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telemetry and device logs validate every impression. Advertisers see verified delivery. Operators get paid on confirmed serve.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E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OUT-DOOR  ·  06 OF 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vectors converging at once.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13716"/>
          </a:xfrm>
          <a:prstGeom prst="rect">
            <a:avLst/>
          </a:prstGeom>
          <a:solidFill>
            <a:srgbClr val="1A3653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1691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targeting moves to the edge — vehicles become inference nodes.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8229600" cy="13716"/>
          </a:xfrm>
          <a:prstGeom prst="rect">
            <a:avLst/>
          </a:prstGeom>
          <a:solidFill>
            <a:srgbClr val="1A3653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2258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generation of vehicles needs a new monetization layer to fund itself.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79776"/>
            <a:ext cx="8229600" cy="13716"/>
          </a:xfrm>
          <a:prstGeom prst="rect">
            <a:avLst/>
          </a:prstGeom>
          <a:solidFill>
            <a:srgbClr val="1A3653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25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28254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Ride-hail penetration in emerging markets is compounding — fleet density at all-time highs.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8229600" cy="13716"/>
          </a:xfrm>
          <a:prstGeom prst="rect">
            <a:avLst/>
          </a:prstGeom>
          <a:solidFill>
            <a:srgbClr val="1A3653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92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infrastructure networks are now investable, fundable, and tokenizable.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8229600" cy="13716"/>
          </a:xfrm>
          <a:prstGeom prst="rect">
            <a:avLst/>
          </a:prstGeom>
          <a:solidFill>
            <a:srgbClr val="1A3653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URBAN GROWTH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people are moving into cities — attention concentrates inside vehicles.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OUT-DOOR  ·  07 OF 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surface. Empty layer.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$80B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OUT-OF-HOME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Out-of-home advertising is one of the largest legacy ad categories — and the slowest to digitize.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4M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4612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RIDE-HAIL &amp; FLEET VEHICLES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333756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vehicles across Africa, LATAM, and Southeast Asia — the fastest-growing mobility regions globally.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03504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&amp; SOFTWARE-MANAGED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33756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virtually no in-vehicle ad inventory in these regions runs on a verified, software-managed network.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the layer that doesn't exist yet.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E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OUT-DOOR  ·  08 OF 11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spc="-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revenue lines.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spc="-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network.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606040"/>
            <a:ext cx="4069080" cy="19659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606040"/>
            <a:ext cx="73152" cy="196596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B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Per-vehicle SaaS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operators license the Out-door platform to manage devices, content rails, uptime, and revenue share. Recurring, contracted, predictable.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2606040"/>
            <a:ext cx="4069080" cy="19659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606040"/>
            <a:ext cx="73152" cy="196596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A8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B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ad delivery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Advertisers pay for verified impressions delivered through the network. Out Mobility takes a platform margin on every campaign.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 compound as the network scales — every new vehicle is software leverage.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Out-door is the wedge.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Mobility infrastructure is the ecosystem.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914400" cy="365760"/>
          </a:xfrm>
          <a:prstGeom prst="roundRect">
            <a:avLst>
              <a:gd name="adj" fmla="val 45000"/>
            </a:avLst>
          </a:prstGeom>
          <a:solidFill>
            <a:srgbClr val="4FA8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Out-door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0215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in-car advertising network. Hardware, dashboard, telemetry. The MVP.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2423160"/>
            <a:ext cx="914400" cy="365760"/>
          </a:xfrm>
          <a:prstGeom prst="roundRect">
            <a:avLst>
              <a:gd name="adj" fmla="val 45000"/>
            </a:avLst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Out-side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350215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Ride-hailing and mobility subscriptions on top of the same vehicle network.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423160"/>
            <a:ext cx="914400" cy="365760"/>
          </a:xfrm>
          <a:prstGeom prst="roundRect">
            <a:avLst>
              <a:gd name="adj" fmla="val 45000"/>
            </a:avLst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Out-leaf · Out-charge · DePIN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350215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innovation, EV charging infrastructure, and tokenized mobility nodes — built on the same data layer.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product reuses the same node: a connected vehicle, a managed device, a verified data layer.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E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MOBILITY  ·  OUT-DOOR  ·  10 OF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A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Pre-seed.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raising to ship the Out-door MVP — production hardware deployment, the advertiser dashboard, the first fleet partners, and the first cohort of advertiser pilots in our lead market.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2606040" cy="12801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46120"/>
            <a:ext cx="2606040" cy="4572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DEPLOYMENT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Tablets, mounting, telemetry stack, in-vehicle install at partner fleets.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3246120"/>
            <a:ext cx="2606040" cy="12801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3246120"/>
            <a:ext cx="2606040" cy="4572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BUILD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3749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 dashboard, operator portal, verification pipeline, content moderation.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3246120"/>
            <a:ext cx="2606040" cy="1280160"/>
          </a:xfrm>
          <a:prstGeom prst="rect">
            <a:avLst/>
          </a:prstGeom>
          <a:solidFill>
            <a:srgbClr val="081A2E"/>
          </a:solidFill>
          <a:ln w="12700">
            <a:solidFill>
              <a:srgbClr val="1A3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3246120"/>
            <a:ext cx="2606040" cy="45720"/>
          </a:xfrm>
          <a:prstGeom prst="rect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&amp; PILOTS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749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Lead-market launch: fleet partnerships, advertiser pilots, first revenue cohort.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Kene Omenuko-Rene  ·  omenukorekene@gmail.com  ·  Out Mobility  ·  Pre-seed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32520" y="4754880"/>
            <a:ext cx="109728" cy="109728"/>
          </a:xfrm>
          <a:prstGeom prst="ellipse">
            <a:avLst/>
          </a:prstGeom>
          <a:solidFill>
            <a:srgbClr val="4FA8DD"/>
          </a:solidFill>
          <a:ln w="12700">
            <a:solidFill>
              <a:srgbClr val="4FA8D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Out Mobility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Out-door — Pre-seed Pitch</dc:title>
  <dc:subject>PptxGenJS Presentation</dc:subject>
  <dc:creator>Out Mobility</dc:creator>
  <cp:lastModifiedBy>Out Mobility</cp:lastModifiedBy>
  <cp:revision>1</cp:revision>
  <dcterms:created xsi:type="dcterms:W3CDTF">2026-05-05T18:09:54Z</dcterms:created>
  <dcterms:modified xsi:type="dcterms:W3CDTF">2026-05-05T18:09:54Z</dcterms:modified>
</cp:coreProperties>
</file>